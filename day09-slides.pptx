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2D8B8B">
              <a:alpha val="20000"/>
            </a:srgbClr>
          </a:solidFill>
          <a:ln w="12700">
            <a:solidFill>
              <a:srgbClr val="2D8B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560320" cy="2560320"/>
          </a:xfrm>
          <a:prstGeom prst="ellipse">
            <a:avLst/>
          </a:prstGeom>
          <a:solidFill>
            <a:srgbClr val="7B5EA7">
              <a:alpha val="22000"/>
            </a:srgbClr>
          </a:solidFill>
          <a:ln w="12700">
            <a:solidFill>
              <a:srgbClr val="7B5EA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10일 완성 과정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설계의 정석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· FK · 정규화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77240" y="384048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40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"지금까지 만든 테이블, 설계가 맞는 건가요?"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한국IT교육센터 부산점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것들 — DB 설계의 완성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216152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161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923544"/>
            <a:ext cx="3474720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9235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(개체-관계 다이어그램)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893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설계도 — 엔티티, 관계, 1:N, M:N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124712"/>
            <a:ext cx="301752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12471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😤 불편: 테이블 관계가 머릿속에 안 그려져요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868680"/>
            <a:ext cx="365760" cy="11155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67128"/>
            <a:ext cx="8412480" cy="11155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514600"/>
            <a:ext cx="420624" cy="42062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14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2221992"/>
            <a:ext cx="3474720" cy="32918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22199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FOREIGN KEY (외래키)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58775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간의 약속 — CASCADE · RESTRICT · SET NULL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423160"/>
            <a:ext cx="301752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4231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😤 불편: 가게 삭제해도 메뉴가 안 지워져요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0" y="2167128"/>
            <a:ext cx="365760" cy="11155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465576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81304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813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5840" y="3520440"/>
            <a:ext cx="347472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5204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 (Normalization)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88620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정리 — 1NF · 2NF · 3NF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3721608"/>
            <a:ext cx="301752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7216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😤 불편: 같은 정보를 여러 곳에 중복 저장해요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12480" y="3465576"/>
            <a:ext cx="365760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8 복습 퀴즈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411480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10분  |  Day 8 인덱스 · 뷰 · 트랜잭션 점검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 EXPLAIN의 type = 'ALL' 이 의미하는 것은?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73952" y="1298448"/>
            <a:ext cx="202996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984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풀스캔(Full Scan) — 인덱스 없이 전체 행 검사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94360" y="193852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 VIEW를 생성하는 SQL 기본 형식은?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73952" y="1956816"/>
            <a:ext cx="202996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56816"/>
            <a:ext cx="1993392" cy="274320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CREATE VIEW 뷰이름 AS SELECT ...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Q3.  트랜잭션을 원상복구(취소)하는 명령어는?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73952" y="2615184"/>
            <a:ext cx="202996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151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ROLLBACK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4360" y="325526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Q4.  ACID에서 'A' = Atomicity(원자성) 의 의미는?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73952" y="3273552"/>
            <a:ext cx="202996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2735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모두 성공 또는 모두 실패 — '반만 완료'는 없다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39136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Q5.  MySQL 기본 AUTO_COMMIT 값과, ROLLBACK이 필요할 때 먼저 해야 할 것은?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73952" y="3931920"/>
            <a:ext cx="202996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9319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기본값 1(자동확정) — START TRANSACTION으로 시작해야 ROLLBACK 가능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— 건물 설계도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566928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22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  비유: 건물을 짓기 전에 설계도를 먼저 그리듯, DB도 테이블을 만들기 전에 ERD를 먼저 설계!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0789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ERD(Entity-Relationship Diagram): 테이블(엔티티), 컬럼(속성), 테이블 간 관계(선)를 그림으로 표현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2651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81328"/>
            <a:ext cx="2651760" cy="310896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481328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 엔티티 (Entity)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테이블에 해당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restaurants, orders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81328"/>
            <a:ext cx="2651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81328"/>
            <a:ext cx="2651760" cy="31089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481328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🏷️  속성 (Attribute)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컬럼에 해당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name, price, order_date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481328"/>
            <a:ext cx="272491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481328"/>
            <a:ext cx="2724912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148132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 관계 (Relationship)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82880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간 연결선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가게(1) ─── 메뉴(N)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542032"/>
            <a:ext cx="4160520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4203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1:N 관계 (가장 많이 쓰임)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29077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가게(1) ───── 메뉴(N)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145536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한 가게는 여러 메뉴를 가짐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고객(1) ─── 주문(N), 주문(1) ─── 리뷰(N)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542032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542032"/>
            <a:ext cx="406908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5420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M:N 관계 (중간 테이블 필요)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290779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고객(M) ──── 쿠폰(N)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145536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한 고객이 여러 쿠폰 / 한 쿠폰이 여러 고객에게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→ customer_coupons 중간 테이블로 분리!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822192"/>
            <a:ext cx="8412480" cy="100584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8587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M:N은 반드시 중간 테이블(Junction Table)로 분리해야 합니다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1148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customer_coupons(id, customer_id FK, coupon_id FK, issued_at, is_used)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'어느 고객이 어느 쿠폰을 언제 발급받아 사용했는지' 를 깔끔하게 표현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전체 ERD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884932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28849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DB: 8개 테이블, 7개 FK 관계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16052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261872"/>
            <a:ext cx="388620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[restaurants]──1:N──▶[menus]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[restaurants]──1:N──▶[orders]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[customers]───1:N──▶[orders]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[menus]───────1:N──▶[orders]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[orders]──────1:N──▶[reviews]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[customers]───M:N──▶[coupons]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└▶ customer_coupons (중간)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999232"/>
            <a:ext cx="41605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9923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FK 관계 요약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" y="33649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menus.restaurant_id → restaurants.id (CASCADE)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62102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orders.customer_id → customers.id (RESTRICT)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87705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orders.restaurant_id → restaurants.id (RESTRICT)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41330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orders.menu_id → menus.id (RESTRICT)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438912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reviews.order_id → orders.id (CASCADE)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170432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170432"/>
            <a:ext cx="1645920" cy="5212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170432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19088" y="122529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PK, name, category, address, rating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1764792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764792"/>
            <a:ext cx="1645920" cy="5212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764792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81965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PK, name, phone UNIQUE, address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359152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359152"/>
            <a:ext cx="1645920" cy="5212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359152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menus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19088" y="24140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PK, restaurant_id FK, menu_name, price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953512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953512"/>
            <a:ext cx="1645920" cy="5212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953512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19088" y="30083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PK, customer_id FK, restaurant_id FK, menu_id FK, total_price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3547872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547872"/>
            <a:ext cx="1645920" cy="521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547872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19088" y="36027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PK, order_id FK, customer_id FK, rating(1~5), content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4142232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4142232"/>
            <a:ext cx="1645920" cy="521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142232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coupons + customer_coupons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19088" y="419709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 정보 | customer_id FK, coupon_id FK (M:N 중간)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FOREIGN KEY — 테이블 간의 약속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7827264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7827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문법: ALTER TABLE 자식 ADD CONSTRAINT 이름 FOREIGN KEY (컬럼) REFERENCES 부모(컬럼);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52144"/>
            <a:ext cx="8412480" cy="548640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1887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🤝  비유: 부모-자식 계약 — 부모에 없는 값은 자식에 들어올 수 없다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menus.restaurant_id에 99번 가게를 넣으려면, restaurants에 99번이 먼저 존재해야 함!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901952"/>
            <a:ext cx="813816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가게 삭제 시 메뉴 자동 삭제 (CASCADE)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CONSTRAINT fk_menus_restaurant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(restaurant_id)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 restaurants(id)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DELETE CASCADE;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-- 0 row(s) affected. FK 추가 완료!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625596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255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DELETE 옵션 비교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954780"/>
            <a:ext cx="8412480" cy="310896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478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93392" y="395478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 삭제 → 자식 자동 삭제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76672" y="3954780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폐업 → 메뉴 삭제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65676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656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NULL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93392" y="426567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 삭제 → 자식 FK를 NULL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76672" y="4265676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배달원 퇴사 → 주문의 rider_id = NULL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576572"/>
            <a:ext cx="8412480" cy="310896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765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93392" y="45765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 삭제 불가 (에러 발생)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76672" y="4576572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있는 고객은 삭제 불가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FK 추가 실습 — 기존 테이블에 외래키 걸기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51586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35158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중요: 부모 테이블부터 FK를 추가해야 에러 없음!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16052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261872"/>
            <a:ext cx="388620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orders FK 추가 (순서: customers→rest→menus 먼저!)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orders ADD FOREIGN KEY (customer_id)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 customers(id) ON DELETE RESTRICT;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orders ADD FOREIGN KEY (restaurant_id)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 restaurants(id) ON DELETE RESTRICT;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orders ADD FOREIGN KEY (menu_id)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 menus(id) ON DELETE RESTRICT;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06908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61872"/>
            <a:ext cx="379476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ERROR 1452 테스트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(restaurant_id, menu_name, price)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(999, '유령메뉴', 9000);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ERROR 1452: Cannot add or update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 child row: a foreign 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constraint fails (menus, fk_menus_...)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03804"/>
            <a:ext cx="8412480" cy="18425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03804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0380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FK 관련 자주 나오는 에러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" y="3406140"/>
            <a:ext cx="1554480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4061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1452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03120" y="3406140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자식 테이블에 부모에 없는 값 INSERT 시도 → 부모 먼저 INSERT!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3826764"/>
            <a:ext cx="1554480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8267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1451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3826764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자식 데이터가 있는 부모 행 삭제 시도 (RESTRICT) → 자식 먼저 삭제 or CASCADE 사용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" y="4247388"/>
            <a:ext cx="1554480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24738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1215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03120" y="4247388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FK 추가 시 부모 컬럼 타입이 다름 (INT vs VARCHAR) → 타입 통일!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4668012"/>
            <a:ext cx="1554480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6680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고아 데이터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4668012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FK 추가 전 orphan 데이터 있으면 ALTER TABLE 실패 → 먼저 정리 필요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 — 왜 필요한가요?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229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🗃️  비유: 방 정리 — 여름옷이 서랍 1·3·5번에 흩어진 상황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정규화: "하나의 사실은 한 곳에만 저장" — 중복을 제거하면 수정·삭제가 안전해진다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200400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63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비정규 테이블 예시 (모든 정보를 한 테이블에)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4160520" cy="127558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847088"/>
            <a:ext cx="3886200" cy="1092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 | customer_name | rest_name  | menu_name | price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| 김민준        | 버거킹부산  | 와퍼       | 6500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  | 이서연        | BBQ해운대   | 양념치킨   | 20000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  | 김민준        | 버거킹부산  | 감자튀김   | 2500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김민준, 버거킹부산이 반복!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1517904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46304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🔴 무엇이 문제인가?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755648"/>
            <a:ext cx="4069080" cy="17053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792224"/>
            <a:ext cx="1005840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9222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삽입이상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70448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가게만 추가하려면 가짜 주문 필요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304288"/>
            <a:ext cx="1005840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30428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갱신이상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70448" y="23408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버거킹 이름 바꾸면 3행 모두 수정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816352"/>
            <a:ext cx="1005840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8163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삭제이상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70448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지우면 가게 정보도 사라짐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10128"/>
            <a:ext cx="265176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10128"/>
            <a:ext cx="2651760" cy="329184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31012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📥  삽입 이상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67588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가게를 등록하려면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주문이 없어도 가짜 row를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만들어야 한다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310128"/>
            <a:ext cx="265176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310128"/>
            <a:ext cx="265176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31012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갱신 이상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367588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이름 변경 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가게의 모든 주문 row를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일일이 수정해야 한다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310128"/>
            <a:ext cx="272491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3310128"/>
            <a:ext cx="2724912" cy="32918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08192" y="331012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🗑️  삭제 이상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3675888"/>
            <a:ext cx="25420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주문을 지우면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정보까지 덩달아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사라진다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 3단계 — 1NF · 2NF · 3NF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2004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단계를 통과할수록 중복이 줄고 구조가 깔끔해진다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265176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70432"/>
            <a:ext cx="2651760" cy="38404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17043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1NF (제1정규형)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265176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5448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📏 규칙: 각 셀은 하나의 값만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" y="1883664"/>
            <a:ext cx="548640" cy="20116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8836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0624" y="2121408"/>
            <a:ext cx="2542032" cy="1060704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" y="2212848"/>
            <a:ext cx="22677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1NF 위반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menu_names: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'와퍼,감자튀김,콜라'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한 셀에 3가지 메뉴!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0624" y="3273552"/>
            <a:ext cx="548640" cy="201168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2735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0624" y="3511296"/>
            <a:ext cx="2542032" cy="1060704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" y="3602736"/>
            <a:ext cx="22677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1NF 해결: 행 분리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 '와퍼'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 '감자튀김'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 '콜라'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1170432"/>
            <a:ext cx="265176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170432"/>
            <a:ext cx="2651760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117043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2NF (제2정규형)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1554480"/>
            <a:ext cx="265176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155448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📏 규칙: 부분 함수 종속 제거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55264" y="1883664"/>
            <a:ext cx="548640" cy="20116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18836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55264" y="2121408"/>
            <a:ext cx="2542032" cy="1060704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92424" y="2212848"/>
            <a:ext cx="22677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2NF 위반 (복합 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PK=(order_id, menu_id)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customer_name은 order_id에만 종속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부분 종속!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55264" y="3273552"/>
            <a:ext cx="548640" cy="201168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55264" y="32735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55264" y="3511296"/>
            <a:ext cx="2542032" cy="8458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92424" y="3602736"/>
            <a:ext cx="2267712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2NF 해결: 테이블 분리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orders(id, customer_id, ...)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customers(id, name, ...)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5040" y="1170432"/>
            <a:ext cx="2724912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170432"/>
            <a:ext cx="2724912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9904" y="117043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3NF (제3정규형)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1554480"/>
            <a:ext cx="2724912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1554480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📏 규칙: 이행 함수 종속 제거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9904" y="1883664"/>
            <a:ext cx="548640" cy="20116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9904" y="18836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9904" y="2121408"/>
            <a:ext cx="2615184" cy="1060704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27064" y="2212848"/>
            <a:ext cx="234086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3NF 위반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restaurant_id → rest_name → category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category가 id에 간접 종속!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89904" y="3273552"/>
            <a:ext cx="548640" cy="201168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9904" y="32735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89904" y="3511296"/>
            <a:ext cx="2615184" cy="8458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27064" y="3602736"/>
            <a:ext cx="2340864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3NF 해결: 테이블 분리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orders(id, restaurant_id FK, ...)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restaurants(id, name, category)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정규화 적용 — Before vs After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200400" cy="256032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 동안 우리가 직접 정규화하며 만들어온 구조!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2253996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22539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비정규 (1개의 거대한 테이블)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416052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55448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orders_bad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customer_name VARCHAR(30), -- 중복!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restaurant_name VARCHAR(50),-- 중복!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menu_name     VARCHAR(50), -- 중복!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        INT,         -- 중복!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order_date    DATETIME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가게명 변경시 모든 행 수정 필요...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2464308" cy="256032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70432"/>
            <a:ext cx="24643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정규화 결과 (현재 한입배달 구조)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4069080" cy="3474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463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id, name, category, address, rating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847088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8470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0" y="184708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id, name, phone, address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231136"/>
            <a:ext cx="4069080" cy="3474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2311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0" y="223113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id, restaurant_id FK, menu_name, price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615184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6151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261518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id, customer_id FK, restaurant_id FK, menu_id FK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999232"/>
            <a:ext cx="4069080" cy="3474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999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299923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id, order_id FK, rating, content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456432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456432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564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정규화의 효과 — 이제 어떻게 달라졌나?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38587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가게 이름 수정: restaurants 1행만 바꾸면 끝!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40782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고객 추가: customers에만 INSERT (주문 없어도 OK)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2976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메뉴 삭제: menus에서만 삭제 (CASCADE로 orders도 처리)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451713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JOIN으로 필요한 정보만 골라서 합치면 비정규보다 유연!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 — FK · 새 테이블 · ERD JOIN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6052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4160520" cy="23774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22960"/>
            <a:ext cx="4014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FK 추가 — menus.restaurant_id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1078992"/>
            <a:ext cx="4050792" cy="127558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" y="1170432"/>
            <a:ext cx="3776472" cy="1092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FK 추가 (CASCADE: 가게 삭제 → 메뉴 삭제)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FOREIGN KEY (restaurant_id)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 restaurants(id)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DELETE CASCADE;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06908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4069080" cy="23774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822960"/>
            <a:ext cx="3922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새 테이블 — riders (배달원)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64024" y="1078992"/>
            <a:ext cx="3959352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01184" y="1170432"/>
            <a:ext cx="36850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riders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INT PRIMARY KEY AUTO_INCREMENT,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VARCHAR(30) NOT NULL,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VARCHAR(15) UNIQUE,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 VARCHAR(30)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8412480" cy="20711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8412480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889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ERD JOIN — 4개 테이블 연결하기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" y="3044952"/>
            <a:ext cx="8302752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" y="3136392"/>
            <a:ext cx="8028432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r.name AS 가게명, r.category,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COUNT(DISTINCT m.id) AS 메뉴수,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COUNT(o.id) AS 주문수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menus m ON r.id=m.restaurant_id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r.id=o.restaurant_id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r.id, r.name ORDER BY 주문수 DESC;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연습문제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411480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DB — ERD · FK · 정규화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26187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menus 테이블에 restaurant_id → restaurants(id) FK를 ON DELETE CASCADE로 추가하세요.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700784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288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8288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 테이블에 customer_id → customers(id) FK를 ON DELETE RESTRICT로 추가하세요.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267712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9572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39572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DELETE CASCADE, SET NULL, RESTRICT의 차이를 설명하고, 각각 언제 써야 하는지 예시와 함께 답하세요.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6265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96265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고객(M)과 쿠폰(N)의 M:N 관계를 처리하기 위한 customer_coupons 테이블을 CREATE TABLE로 작성하세요. (FK 포함)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401568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2958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52958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테이블이 위반하는 정규형을 말하고, 1NF → 3NF로 단계별 변환 과정을 설명하세요.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order_raw(order_id, customer_name, phone, rest_name, rest_category, menu_names)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968496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9651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0965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reviews + customers + orders + restaurants를 JOIN하여 가게별 평균 별점과 리뷰 수를 구하세요. (리뷰 없는 가게도 포함, NULL→0)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45152"/>
            <a:ext cx="8412480" cy="23774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451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 전체 8문제 + 보너스 2문제 → day09-practice.md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D8B8B">
              <a:alpha val="20000"/>
            </a:srgbClr>
          </a:solidFill>
          <a:ln w="12700">
            <a:solidFill>
              <a:srgbClr val="2D8B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724912" cy="3474720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02920"/>
            <a:ext cx="2724912" cy="38404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29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96012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엔티티·속성·관계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53896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1:N = 가장 흔한 관계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94767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M:N → 중간 테이블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44144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건물 설계도 먼저!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935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draw.io / Workbench EER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128" y="502920"/>
            <a:ext cx="2724912" cy="3474720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502920"/>
            <a:ext cx="2724912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5029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FOREIGN KEY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9856" y="96012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ADD CONSTRAINT FK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9856" y="1453896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ON DELETE CASCADE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9856" y="194767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ON DELETE RESTRICT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9856" y="244144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ERROR 1452 / 1451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9856" y="2935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부모 먼저, 자식 나중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54496" y="502920"/>
            <a:ext cx="2724912" cy="3474720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4496" y="502920"/>
            <a:ext cx="2724912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5029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64224" y="96012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1NF: 셀 하나에 값 하나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64224" y="1453896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2NF: 부분 종속 제거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64224" y="194767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3NF: 이행 종속 제거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64224" y="244144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"하나의 사실, 한 곳에"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64224" y="2935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반정규화: 성능 trade-off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8412480" cy="621792"/>
          </a:xfrm>
          <a:prstGeom prst="rect">
            <a:avLst/>
          </a:prstGeom>
          <a:solidFill>
            <a:srgbClr val="182236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 ▶  Day 10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3708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프로젝트  —  "10일간 배운 걸 한번에 써먹을 수 있을까?"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09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수고하셨습니다! 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 — 설계의 정석: ERD · FK · 정규화</dc:title>
  <dc:subject>PptxGenJS Presentation</dc:subject>
  <dc:creator>PptxGenJS</dc:creator>
  <cp:lastModifiedBy>PptxGenJS</cp:lastModifiedBy>
  <cp:revision>1</cp:revision>
  <dcterms:created xsi:type="dcterms:W3CDTF">2026-05-05T19:39:40Z</dcterms:created>
  <dcterms:modified xsi:type="dcterms:W3CDTF">2026-05-05T19:39:40Z</dcterms:modified>
</cp:coreProperties>
</file>